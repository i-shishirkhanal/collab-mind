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3"/>
  </p:notesMasterIdLst>
  <p:sldIdLst>
    <p:sldId id="259" r:id="rId2"/>
    <p:sldId id="261" r:id="rId3"/>
    <p:sldId id="262" r:id="rId4"/>
    <p:sldId id="263" r:id="rId5"/>
    <p:sldId id="264" r:id="rId6"/>
    <p:sldId id="265" r:id="rId7"/>
    <p:sldId id="275" r:id="rId8"/>
    <p:sldId id="276" r:id="rId9"/>
    <p:sldId id="273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56" autoAdjust="0"/>
  </p:normalViewPr>
  <p:slideViewPr>
    <p:cSldViewPr snapToGrid="0">
      <p:cViewPr varScale="1">
        <p:scale>
          <a:sx n="86" d="100"/>
          <a:sy n="86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a Johnson" userId="e0f8c78a18670c91" providerId="LiveId" clId="{E457D8B0-B9F0-4F55-9D08-E1693F78E1E5}"/>
    <pc:docChg chg="undo custSel addSld delSld modSld sldOrd">
      <pc:chgData name="Anusha Johnson" userId="e0f8c78a18670c91" providerId="LiveId" clId="{E457D8B0-B9F0-4F55-9D08-E1693F78E1E5}" dt="2025-11-05T05:34:55.133" v="242" actId="27636"/>
      <pc:docMkLst>
        <pc:docMk/>
      </pc:docMkLst>
      <pc:sldChg chg="modSp mod">
        <pc:chgData name="Anusha Johnson" userId="e0f8c78a18670c91" providerId="LiveId" clId="{E457D8B0-B9F0-4F55-9D08-E1693F78E1E5}" dt="2025-11-05T05:33:06.429" v="200" actId="20577"/>
        <pc:sldMkLst>
          <pc:docMk/>
          <pc:sldMk cId="3494469344" sldId="259"/>
        </pc:sldMkLst>
        <pc:spChg chg="mod">
          <ac:chgData name="Anusha Johnson" userId="e0f8c78a18670c91" providerId="LiveId" clId="{E457D8B0-B9F0-4F55-9D08-E1693F78E1E5}" dt="2025-11-05T05:32:15.820" v="106"/>
          <ac:spMkLst>
            <pc:docMk/>
            <pc:sldMk cId="3494469344" sldId="259"/>
            <ac:spMk id="2" creationId="{0C34410F-F9CB-4BC2-847B-965349606C96}"/>
          </ac:spMkLst>
        </pc:spChg>
        <pc:spChg chg="mod">
          <ac:chgData name="Anusha Johnson" userId="e0f8c78a18670c91" providerId="LiveId" clId="{E457D8B0-B9F0-4F55-9D08-E1693F78E1E5}" dt="2025-11-05T05:33:06.429" v="200" actId="20577"/>
          <ac:spMkLst>
            <pc:docMk/>
            <pc:sldMk cId="3494469344" sldId="259"/>
            <ac:spMk id="3" creationId="{750E3B6D-0398-4684-9874-2DF1C3628162}"/>
          </ac:spMkLst>
        </pc:spChg>
      </pc:sldChg>
      <pc:sldChg chg="modSp mod">
        <pc:chgData name="Anusha Johnson" userId="e0f8c78a18670c91" providerId="LiveId" clId="{E457D8B0-B9F0-4F55-9D08-E1693F78E1E5}" dt="2025-11-05T05:33:22.791" v="202" actId="5793"/>
        <pc:sldMkLst>
          <pc:docMk/>
          <pc:sldMk cId="3826485745" sldId="262"/>
        </pc:sldMkLst>
        <pc:spChg chg="mod">
          <ac:chgData name="Anusha Johnson" userId="e0f8c78a18670c91" providerId="LiveId" clId="{E457D8B0-B9F0-4F55-9D08-E1693F78E1E5}" dt="2025-11-05T05:33:22.791" v="202" actId="5793"/>
          <ac:spMkLst>
            <pc:docMk/>
            <pc:sldMk cId="3826485745" sldId="262"/>
            <ac:spMk id="3" creationId="{C2D7A212-6A74-43BD-B299-E3A91F76395F}"/>
          </ac:spMkLst>
        </pc:spChg>
      </pc:sldChg>
      <pc:sldChg chg="modSp mod">
        <pc:chgData name="Anusha Johnson" userId="e0f8c78a18670c91" providerId="LiveId" clId="{E457D8B0-B9F0-4F55-9D08-E1693F78E1E5}" dt="2025-11-05T05:33:40.941" v="208" actId="6549"/>
        <pc:sldMkLst>
          <pc:docMk/>
          <pc:sldMk cId="1535953266" sldId="263"/>
        </pc:sldMkLst>
        <pc:spChg chg="mod">
          <ac:chgData name="Anusha Johnson" userId="e0f8c78a18670c91" providerId="LiveId" clId="{E457D8B0-B9F0-4F55-9D08-E1693F78E1E5}" dt="2025-11-05T05:33:40.941" v="208" actId="6549"/>
          <ac:spMkLst>
            <pc:docMk/>
            <pc:sldMk cId="1535953266" sldId="263"/>
            <ac:spMk id="3" creationId="{695BCB8F-898C-431A-873B-0CA6AED0004A}"/>
          </ac:spMkLst>
        </pc:spChg>
      </pc:sldChg>
      <pc:sldChg chg="modSp mod">
        <pc:chgData name="Anusha Johnson" userId="e0f8c78a18670c91" providerId="LiveId" clId="{E457D8B0-B9F0-4F55-9D08-E1693F78E1E5}" dt="2025-11-05T05:33:56.272" v="211" actId="6549"/>
        <pc:sldMkLst>
          <pc:docMk/>
          <pc:sldMk cId="2752362579" sldId="264"/>
        </pc:sldMkLst>
        <pc:graphicFrameChg chg="modGraphic">
          <ac:chgData name="Anusha Johnson" userId="e0f8c78a18670c91" providerId="LiveId" clId="{E457D8B0-B9F0-4F55-9D08-E1693F78E1E5}" dt="2025-11-05T05:33:53.689" v="210" actId="6549"/>
          <ac:graphicFrameMkLst>
            <pc:docMk/>
            <pc:sldMk cId="2752362579" sldId="264"/>
            <ac:graphicFrameMk id="9" creationId="{525550E6-AC78-483B-938C-7BF2B289978D}"/>
          </ac:graphicFrameMkLst>
        </pc:graphicFrameChg>
        <pc:graphicFrameChg chg="modGraphic">
          <ac:chgData name="Anusha Johnson" userId="e0f8c78a18670c91" providerId="LiveId" clId="{E457D8B0-B9F0-4F55-9D08-E1693F78E1E5}" dt="2025-11-05T05:33:56.272" v="211" actId="6549"/>
          <ac:graphicFrameMkLst>
            <pc:docMk/>
            <pc:sldMk cId="2752362579" sldId="264"/>
            <ac:graphicFrameMk id="10" creationId="{E5745772-053F-42FE-BB73-FB3520B28C98}"/>
          </ac:graphicFrameMkLst>
        </pc:graphicFrameChg>
      </pc:sldChg>
      <pc:sldChg chg="modSp mod">
        <pc:chgData name="Anusha Johnson" userId="e0f8c78a18670c91" providerId="LiveId" clId="{E457D8B0-B9F0-4F55-9D08-E1693F78E1E5}" dt="2025-11-05T05:34:11.725" v="217" actId="27636"/>
        <pc:sldMkLst>
          <pc:docMk/>
          <pc:sldMk cId="1260093419" sldId="265"/>
        </pc:sldMkLst>
        <pc:spChg chg="mod">
          <ac:chgData name="Anusha Johnson" userId="e0f8c78a18670c91" providerId="LiveId" clId="{E457D8B0-B9F0-4F55-9D08-E1693F78E1E5}" dt="2025-11-05T05:34:11.725" v="217" actId="27636"/>
          <ac:spMkLst>
            <pc:docMk/>
            <pc:sldMk cId="1260093419" sldId="265"/>
            <ac:spMk id="3" creationId="{93B3600B-8A6E-428C-811A-DB670A1F1D17}"/>
          </ac:spMkLst>
        </pc:spChg>
      </pc:sldChg>
      <pc:sldChg chg="modSp mod">
        <pc:chgData name="Anusha Johnson" userId="e0f8c78a18670c91" providerId="LiveId" clId="{E457D8B0-B9F0-4F55-9D08-E1693F78E1E5}" dt="2025-11-05T05:34:55.133" v="242" actId="27636"/>
        <pc:sldMkLst>
          <pc:docMk/>
          <pc:sldMk cId="605766116" sldId="266"/>
        </pc:sldMkLst>
        <pc:spChg chg="mod">
          <ac:chgData name="Anusha Johnson" userId="e0f8c78a18670c91" providerId="LiveId" clId="{E457D8B0-B9F0-4F55-9D08-E1693F78E1E5}" dt="2025-11-05T05:34:55.133" v="242" actId="27636"/>
          <ac:spMkLst>
            <pc:docMk/>
            <pc:sldMk cId="605766116" sldId="266"/>
            <ac:spMk id="3" creationId="{2BFE4C08-A407-4117-8CCD-76317FDDA00F}"/>
          </ac:spMkLst>
        </pc:spChg>
      </pc:sldChg>
      <pc:sldChg chg="del">
        <pc:chgData name="Anusha Johnson" userId="e0f8c78a18670c91" providerId="LiveId" clId="{E457D8B0-B9F0-4F55-9D08-E1693F78E1E5}" dt="2025-11-05T05:33:58.823" v="212" actId="47"/>
        <pc:sldMkLst>
          <pc:docMk/>
          <pc:sldMk cId="27097096" sldId="267"/>
        </pc:sldMkLst>
      </pc:sldChg>
      <pc:sldChg chg="del">
        <pc:chgData name="Anusha Johnson" userId="e0f8c78a18670c91" providerId="LiveId" clId="{E457D8B0-B9F0-4F55-9D08-E1693F78E1E5}" dt="2025-11-05T05:33:59.979" v="213" actId="47"/>
        <pc:sldMkLst>
          <pc:docMk/>
          <pc:sldMk cId="3907194576" sldId="268"/>
        </pc:sldMkLst>
      </pc:sldChg>
      <pc:sldChg chg="del">
        <pc:chgData name="Anusha Johnson" userId="e0f8c78a18670c91" providerId="LiveId" clId="{E457D8B0-B9F0-4F55-9D08-E1693F78E1E5}" dt="2025-11-05T05:34:03.579" v="215" actId="47"/>
        <pc:sldMkLst>
          <pc:docMk/>
          <pc:sldMk cId="3147885916" sldId="269"/>
        </pc:sldMkLst>
      </pc:sldChg>
      <pc:sldChg chg="del">
        <pc:chgData name="Anusha Johnson" userId="e0f8c78a18670c91" providerId="LiveId" clId="{E457D8B0-B9F0-4F55-9D08-E1693F78E1E5}" dt="2025-11-05T05:34:01.755" v="214" actId="47"/>
        <pc:sldMkLst>
          <pc:docMk/>
          <pc:sldMk cId="404600586" sldId="270"/>
        </pc:sldMkLst>
      </pc:sldChg>
      <pc:sldChg chg="delSp modSp del mod">
        <pc:chgData name="Anusha Johnson" userId="e0f8c78a18670c91" providerId="LiveId" clId="{E457D8B0-B9F0-4F55-9D08-E1693F78E1E5}" dt="2025-11-05T05:33:33.309" v="206" actId="47"/>
        <pc:sldMkLst>
          <pc:docMk/>
          <pc:sldMk cId="3369178476" sldId="271"/>
        </pc:sldMkLst>
        <pc:spChg chg="mod">
          <ac:chgData name="Anusha Johnson" userId="e0f8c78a18670c91" providerId="LiveId" clId="{E457D8B0-B9F0-4F55-9D08-E1693F78E1E5}" dt="2025-11-05T05:33:31.127" v="205" actId="6549"/>
          <ac:spMkLst>
            <pc:docMk/>
            <pc:sldMk cId="3369178476" sldId="271"/>
            <ac:spMk id="3" creationId="{C28309F7-7095-4564-88B0-48A163BD44F5}"/>
          </ac:spMkLst>
        </pc:spChg>
        <pc:picChg chg="del">
          <ac:chgData name="Anusha Johnson" userId="e0f8c78a18670c91" providerId="LiveId" clId="{E457D8B0-B9F0-4F55-9D08-E1693F78E1E5}" dt="2025-11-05T05:33:25.382" v="203" actId="478"/>
          <ac:picMkLst>
            <pc:docMk/>
            <pc:sldMk cId="3369178476" sldId="271"/>
            <ac:picMk id="6" creationId="{EBFE13C8-CF2B-4F64-989C-C634960B47BA}"/>
          </ac:picMkLst>
        </pc:picChg>
      </pc:sldChg>
      <pc:sldChg chg="del">
        <pc:chgData name="Anusha Johnson" userId="e0f8c78a18670c91" providerId="LiveId" clId="{E457D8B0-B9F0-4F55-9D08-E1693F78E1E5}" dt="2025-11-05T05:33:35.487" v="207" actId="47"/>
        <pc:sldMkLst>
          <pc:docMk/>
          <pc:sldMk cId="4084257782" sldId="272"/>
        </pc:sldMkLst>
      </pc:sldChg>
      <pc:sldChg chg="modSp mod">
        <pc:chgData name="Anusha Johnson" userId="e0f8c78a18670c91" providerId="LiveId" clId="{E457D8B0-B9F0-4F55-9D08-E1693F78E1E5}" dt="2025-11-05T05:34:35.037" v="230" actId="27636"/>
        <pc:sldMkLst>
          <pc:docMk/>
          <pc:sldMk cId="4232716812" sldId="273"/>
        </pc:sldMkLst>
        <pc:spChg chg="mod">
          <ac:chgData name="Anusha Johnson" userId="e0f8c78a18670c91" providerId="LiveId" clId="{E457D8B0-B9F0-4F55-9D08-E1693F78E1E5}" dt="2025-11-05T05:34:35.037" v="230" actId="27636"/>
          <ac:spMkLst>
            <pc:docMk/>
            <pc:sldMk cId="4232716812" sldId="273"/>
            <ac:spMk id="3" creationId="{4698CAB4-5F64-48A5-B0D9-3A98D1BF75E1}"/>
          </ac:spMkLst>
        </pc:spChg>
      </pc:sldChg>
      <pc:sldChg chg="delSp mod ord">
        <pc:chgData name="Anusha Johnson" userId="e0f8c78a18670c91" providerId="LiveId" clId="{E457D8B0-B9F0-4F55-9D08-E1693F78E1E5}" dt="2025-11-05T05:34:36.585" v="232"/>
        <pc:sldMkLst>
          <pc:docMk/>
          <pc:sldMk cId="1498142091" sldId="275"/>
        </pc:sldMkLst>
        <pc:picChg chg="del">
          <ac:chgData name="Anusha Johnson" userId="e0f8c78a18670c91" providerId="LiveId" clId="{E457D8B0-B9F0-4F55-9D08-E1693F78E1E5}" dt="2025-11-05T05:34:16.914" v="218" actId="478"/>
          <ac:picMkLst>
            <pc:docMk/>
            <pc:sldMk cId="1498142091" sldId="275"/>
            <ac:picMk id="6" creationId="{F3B26D07-4E3F-3A42-6CF5-346330C5DD6B}"/>
          </ac:picMkLst>
        </pc:picChg>
      </pc:sldChg>
      <pc:sldChg chg="del">
        <pc:chgData name="Anusha Johnson" userId="e0f8c78a18670c91" providerId="LiveId" clId="{E457D8B0-B9F0-4F55-9D08-E1693F78E1E5}" dt="2025-11-05T05:34:18" v="219" actId="47"/>
        <pc:sldMkLst>
          <pc:docMk/>
          <pc:sldMk cId="1212943713" sldId="276"/>
        </pc:sldMkLst>
      </pc:sldChg>
      <pc:sldChg chg="modSp new mod">
        <pc:chgData name="Anusha Johnson" userId="e0f8c78a18670c91" providerId="LiveId" clId="{E457D8B0-B9F0-4F55-9D08-E1693F78E1E5}" dt="2025-11-05T05:34:48.932" v="240" actId="20577"/>
        <pc:sldMkLst>
          <pc:docMk/>
          <pc:sldMk cId="1756525095" sldId="276"/>
        </pc:sldMkLst>
        <pc:spChg chg="mod">
          <ac:chgData name="Anusha Johnson" userId="e0f8c78a18670c91" providerId="LiveId" clId="{E457D8B0-B9F0-4F55-9D08-E1693F78E1E5}" dt="2025-11-05T05:34:48.932" v="240" actId="20577"/>
          <ac:spMkLst>
            <pc:docMk/>
            <pc:sldMk cId="1756525095" sldId="276"/>
            <ac:spMk id="2" creationId="{4454614C-8B7D-4636-9EBE-65F8F35E7133}"/>
          </ac:spMkLst>
        </pc:spChg>
      </pc:sldChg>
      <pc:sldChg chg="del">
        <pc:chgData name="Anusha Johnson" userId="e0f8c78a18670c91" providerId="LiveId" clId="{E457D8B0-B9F0-4F55-9D08-E1693F78E1E5}" dt="2025-11-05T05:34:19.035" v="220" actId="47"/>
        <pc:sldMkLst>
          <pc:docMk/>
          <pc:sldMk cId="3427713295" sldId="277"/>
        </pc:sldMkLst>
      </pc:sldChg>
      <pc:sldChg chg="del">
        <pc:chgData name="Anusha Johnson" userId="e0f8c78a18670c91" providerId="LiveId" clId="{E457D8B0-B9F0-4F55-9D08-E1693F78E1E5}" dt="2025-11-05T05:34:19.845" v="221" actId="47"/>
        <pc:sldMkLst>
          <pc:docMk/>
          <pc:sldMk cId="1429157421" sldId="278"/>
        </pc:sldMkLst>
      </pc:sldChg>
      <pc:sldChg chg="add del">
        <pc:chgData name="Anusha Johnson" userId="e0f8c78a18670c91" providerId="LiveId" clId="{E457D8B0-B9F0-4F55-9D08-E1693F78E1E5}" dt="2025-11-05T05:34:24.183" v="224" actId="47"/>
        <pc:sldMkLst>
          <pc:docMk/>
          <pc:sldMk cId="3973023842" sldId="279"/>
        </pc:sldMkLst>
      </pc:sldChg>
      <pc:sldChg chg="del">
        <pc:chgData name="Anusha Johnson" userId="e0f8c78a18670c91" providerId="LiveId" clId="{E457D8B0-B9F0-4F55-9D08-E1693F78E1E5}" dt="2025-11-05T05:34:28.794" v="227" actId="47"/>
        <pc:sldMkLst>
          <pc:docMk/>
          <pc:sldMk cId="803500807" sldId="280"/>
        </pc:sldMkLst>
      </pc:sldChg>
      <pc:sldChg chg="del">
        <pc:chgData name="Anusha Johnson" userId="e0f8c78a18670c91" providerId="LiveId" clId="{E457D8B0-B9F0-4F55-9D08-E1693F78E1E5}" dt="2025-11-05T05:34:27.854" v="226" actId="47"/>
        <pc:sldMkLst>
          <pc:docMk/>
          <pc:sldMk cId="1200483212" sldId="281"/>
        </pc:sldMkLst>
      </pc:sldChg>
      <pc:sldChg chg="del">
        <pc:chgData name="Anusha Johnson" userId="e0f8c78a18670c91" providerId="LiveId" clId="{E457D8B0-B9F0-4F55-9D08-E1693F78E1E5}" dt="2025-11-05T05:34:29.598" v="228" actId="47"/>
        <pc:sldMkLst>
          <pc:docMk/>
          <pc:sldMk cId="2775037458" sldId="282"/>
        </pc:sldMkLst>
      </pc:sldChg>
      <pc:sldChg chg="del">
        <pc:chgData name="Anusha Johnson" userId="e0f8c78a18670c91" providerId="LiveId" clId="{E457D8B0-B9F0-4F55-9D08-E1693F78E1E5}" dt="2025-11-05T05:34:25.508" v="225" actId="47"/>
        <pc:sldMkLst>
          <pc:docMk/>
          <pc:sldMk cId="1878087604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8D2A7-3D63-48D8-B2B1-BCBA3F52606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B0043-5E0B-4708-B8D3-8178BA55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34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D5F3E051-40FC-4462-B740-0405B4D006CC}" type="datetime1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74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2287A-5744-4117-9D95-85CF4E37FE93}" type="datetime1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404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205-DDDD-43DB-92C3-503C0BFE86D4}" type="datetime1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36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8A93-369A-4060-A0E4-7586290A1012}" type="datetime1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658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997F-15A0-4D8F-AD78-5DF51EAB4C28}" type="datetime1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D52F2-E8B0-4AE4-A0DD-4299368A6715}" type="datetime1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8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86D7B-0856-4D5D-9BE2-E2193A64647E}" type="datetime1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406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50DF-3A23-4439-8F74-FF0803E50773}" type="datetime1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6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2281-0F29-4B2F-80FA-BD4743A0A8DA}" type="datetime1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57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B6E1-DA4D-46A0-B7CD-6DBBA635E0BD}" type="datetime1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255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F16E-3CA8-4332-B967-F8C14E775489}" type="datetime1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00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9332-F1F1-4C12-810D-6281FF0B9956}" type="datetime1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133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FE22-43B8-40D8-B782-A81886B449DC}" type="datetime1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256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660D-98AE-42E9-9AB8-F76A5D8C35B5}" type="datetime1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452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1F7B-995B-477E-A9D4-E77CEC0DF9F2}" type="datetime1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021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718C-7B35-4FB2-B92B-95CFEAB532EC}" type="datetime1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375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8683-7A15-4BCB-9B07-AD4FC9A94824}" type="datetime1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9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FA0366B-CC87-44DD-A956-5CEDF13D7A6C}" type="datetime1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EF86F97-0D2D-4583-9CE1-77E53DB05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33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4410F-F9CB-4BC2-847B-965349606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50507"/>
            <a:ext cx="9183363" cy="1695543"/>
          </a:xfrm>
        </p:spPr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E3B6D-0398-4684-9874-2DF1C3628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3250163"/>
            <a:ext cx="10247054" cy="2522376"/>
          </a:xfrm>
        </p:spPr>
        <p:txBody>
          <a:bodyPr/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											Under the guidance of,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USN											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                                         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AI&amp;DS/CSEDS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department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AIDS/CSDS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CMRIT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/>
              <a:t>Bengaluru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CMRIT, </a:t>
            </a:r>
            <a:r>
              <a:rPr lang="en-IN" dirty="0"/>
              <a:t>Bengaluru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27520-A2DA-4340-9706-B2A62714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46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0E7C-7A3E-46AC-A9D3-99B20948B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4541-3909-4408-BAA3-164BB84BF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02023"/>
            <a:ext cx="9920483" cy="42454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36BE5-975F-40DA-8A6F-F95573A7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80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3E61-27A4-4373-B0C2-187B45C3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7A212-6A74-43BD-B299-E3A91F763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20685"/>
            <a:ext cx="9948475" cy="434158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1BE35-3267-4F3D-9BF7-0A9B9E38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48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F3B3-7926-43D0-B80B-B1BCF0FA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CB8F-898C-431A-873B-0CA6AED00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48677"/>
            <a:ext cx="9845838" cy="425475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5C8C9-71ED-4501-83AD-C9BED012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95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8F29-862F-4564-9E94-524F001D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F27F6-D070-406B-9078-4E36E1A8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5550E6-AC78-483B-938C-7BF2B2899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122251"/>
              </p:ext>
            </p:extLst>
          </p:nvPr>
        </p:nvGraphicFramePr>
        <p:xfrm>
          <a:off x="514905" y="1882264"/>
          <a:ext cx="11188793" cy="2301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0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83">
                  <a:extLst>
                    <a:ext uri="{9D8B030D-6E8A-4147-A177-3AD203B41FA5}">
                      <a16:colId xmlns:a16="http://schemas.microsoft.com/office/drawing/2014/main" val="2725132013"/>
                    </a:ext>
                  </a:extLst>
                </a:gridCol>
                <a:gridCol w="2368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98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Tittle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Source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1412">
                <a:tc>
                  <a:txBody>
                    <a:bodyPr/>
                    <a:lstStyle/>
                    <a:p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745772-053F-42FE-BB73-FB3520B28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170254"/>
              </p:ext>
            </p:extLst>
          </p:nvPr>
        </p:nvGraphicFramePr>
        <p:xfrm>
          <a:off x="488301" y="4385388"/>
          <a:ext cx="11215397" cy="2400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8823">
                  <a:extLst>
                    <a:ext uri="{9D8B030D-6E8A-4147-A177-3AD203B41FA5}">
                      <a16:colId xmlns:a16="http://schemas.microsoft.com/office/drawing/2014/main" val="2703434262"/>
                    </a:ext>
                  </a:extLst>
                </a:gridCol>
                <a:gridCol w="2359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20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Tittle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Source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9987">
                <a:tc>
                  <a:txBody>
                    <a:bodyPr/>
                    <a:lstStyle/>
                    <a:p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36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616E-F775-4CCE-AA00-CA05651E0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3600B-8A6E-428C-811A-DB670A1F1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48677"/>
            <a:ext cx="9957805" cy="45066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B4137-D73D-4EE5-A76C-7B424DEE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093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9D002-13DC-EBC5-C5AE-2881DF43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E0625-533E-5849-7114-0F393791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14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614C-8B7D-4636-9EBE-65F8F35E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C5AA2-A7E8-4AAA-90D0-56A373956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27641-957D-4276-BCAE-3188D316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52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E3F6-931C-4B98-99F5-97E7E1D4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8CAB4-5F64-48A5-B0D9-3A98D1BF7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76669"/>
            <a:ext cx="9892491" cy="45066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60055-B257-4323-9B68-22327145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16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E97-969E-423E-9EE7-FFA3F993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E4C08-A407-4117-8CCD-76317FDDA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3" y="2239347"/>
            <a:ext cx="11280709" cy="46186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D999F-835E-4D3B-B195-F9B8D1DA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766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DEA86-545F-44DF-A1D1-9FFEAFD14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772815"/>
            <a:ext cx="9967136" cy="46466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C1AD0-2A89-45F8-AB31-F8F6F45D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6F97-0D2D-4583-9CE1-77E53DB0587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455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1380</TotalTime>
  <Words>138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</vt:lpstr>
      <vt:lpstr>Wingdings 3</vt:lpstr>
      <vt:lpstr>Ion Boardroom</vt:lpstr>
      <vt:lpstr>TOPIC</vt:lpstr>
      <vt:lpstr>TABLE OF CONTENTS</vt:lpstr>
      <vt:lpstr>INTRODUCTION</vt:lpstr>
      <vt:lpstr>PROBLEM STATEMENT</vt:lpstr>
      <vt:lpstr>LITERATURE SURVEY</vt:lpstr>
      <vt:lpstr>METHDOLOGY</vt:lpstr>
      <vt:lpstr>SCREENSHOTS</vt:lpstr>
      <vt:lpstr>RESULTS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Anusha Johnson</dc:creator>
  <cp:lastModifiedBy>Anusha Johnson</cp:lastModifiedBy>
  <cp:revision>36</cp:revision>
  <dcterms:created xsi:type="dcterms:W3CDTF">2022-02-02T04:58:24Z</dcterms:created>
  <dcterms:modified xsi:type="dcterms:W3CDTF">2025-11-05T05:37:52Z</dcterms:modified>
</cp:coreProperties>
</file>